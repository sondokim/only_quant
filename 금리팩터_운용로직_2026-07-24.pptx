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1371600" cy="685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424160" cy="13716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글로벌 금리 팩터 포트폴리오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500" b="0" i="0">
                <a:solidFill>
                  <a:srgbClr val="F58220"/>
                </a:solidFill>
                <a:latin typeface="맑은 고딕"/>
              </a:rPr>
              <a:t>운용 로직 설명서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160520"/>
            <a:ext cx="10058400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BFD4EA"/>
                </a:solidFill>
                <a:latin typeface="맑은 고딕"/>
              </a:rPr>
              <a:t>4팩터(Trend · Value · Carry · Policy) 시그널로 한국·미국 국채선물을 운용하는 시스템 트레이딩 북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 i="0">
                <a:solidFill>
                  <a:srgbClr val="BFD4EA"/>
                </a:solidFill>
                <a:latin typeface="맑은 고딕"/>
              </a:rPr>
              <a:t>시그널 유니버스 8종 · 매매 4종 (미국 2Y/10Y · 한국 3Y/10Y)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669280"/>
            <a:ext cx="10515600" cy="18288"/>
          </a:xfrm>
          <a:prstGeom prst="rect">
            <a:avLst/>
          </a:prstGeom>
          <a:solidFill>
            <a:srgbClr val="2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8FADCC"/>
                </a:solidFill>
                <a:latin typeface="맑은 고딕"/>
              </a:rPr>
              <a:t>2026-07-24   |   검증 기간 2016-01 ~ 2026-07 (비용 차감 후)   |   내부 운용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한 장 요약 — 이 북은 무엇을 하는가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팩터가 방향을 정하고, 리스크 모델이 크기를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70432"/>
            <a:ext cx="3657600" cy="23317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70432"/>
            <a:ext cx="41148" cy="2331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71016"/>
            <a:ext cx="3355848" cy="2148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① 무엇을 보는가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글로벌 국채선물 8종의 4개 팩터를 매일 z-score로 측정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Trend · Value · Carry · Policy (가중 각 1.0)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금리(yield) 데이터는 시그널 전용 — 매매하지 않음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70432"/>
            <a:ext cx="3657600" cy="23317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170432"/>
            <a:ext cx="41148" cy="2331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271016"/>
            <a:ext cx="3355848" cy="2148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② 무엇을 매매하는가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미국 2Y · 미국 10Y · 한국 3Y · 한국 10Y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영국·일본·호주는 시그널에만 참여(집행시간 제약)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주문은 t 종가 기준 산출 → t+1 집행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170432"/>
            <a:ext cx="3657600" cy="23317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170432"/>
            <a:ext cx="41148" cy="2331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71016"/>
            <a:ext cx="3355848" cy="2148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③ 크기는 어떻게 정하는가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팩터는 방향만 결정 — 신호가 2배여도 포지션 2배 아님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인버스볼 → 볼타겟 → 스무딩 → 북스톱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금리 북 연 7.1% 변동성 목표 (FX와 완전 분리)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749039"/>
            <a:ext cx="11338560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043B72"/>
                </a:solidFill>
                <a:latin typeface="맑은 고딕"/>
              </a:rPr>
              <a:t>검증 성과 (2016-01 ~ 2026-07, 거래비용 차감 후)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11480" y="4160520"/>
          <a:ext cx="11338556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1190"/>
                <a:gridCol w="1245995"/>
                <a:gridCol w="1495194"/>
                <a:gridCol w="1245995"/>
                <a:gridCol w="1245995"/>
                <a:gridCol w="1993592"/>
                <a:gridCol w="1370595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Sharpe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연 수익률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변동성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MaxDD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T+2 지연 집행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연 회전율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금리 북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1.15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3.0%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2.6%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-4.7%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1.08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17x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FX 북 (참고)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0.34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2.2%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7.2%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-20.3%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합산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0.69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5.3%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7.9%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-21.9%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▪ 금리 북 변동성 2.6%는 목표 7.1%에 노출스케일 0.5와 포지션 스무딩·북스톱이 함께 걸린 결과입니다 (실현 &lt; 목표는 정상).
▪ T+2(하루 늦게 집행)에서도 Sharpe 1.08 유지 — 이 성과가 집행 타이밍 아티팩트가 아니라는 핵심 증거입니다.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유니버스 — 8종을 보고 4종을 매매한다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시그널 범위와 매매 범위를 일부러 다르게 둔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5623559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7976"/>
                <a:gridCol w="2315583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자산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미국 2Y (TU1)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매매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미국 10Y (TY1)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매매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한국 3Y (KE1)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매매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한국 10Y (KAA1)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매매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영국 10Y (G 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6B7280"/>
                          </a:solidFill>
                          <a:latin typeface="맑은 고딕"/>
                        </a:rPr>
                        <a:t>시그널 전용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일본 10Y (JB1)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6B7280"/>
                          </a:solidFill>
                          <a:latin typeface="맑은 고딕"/>
                        </a:rPr>
                        <a:t>시그널 전용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호주 3Y (YM1)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6B7280"/>
                          </a:solidFill>
                          <a:latin typeface="맑은 고딕"/>
                        </a:rPr>
                        <a:t>시그널 전용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호주 10Y (XM1)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6B7280"/>
                          </a:solidFill>
                          <a:latin typeface="맑은 고딕"/>
                        </a:rPr>
                        <a:t>시그널 전용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355080" y="1188720"/>
            <a:ext cx="539496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188720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289304"/>
            <a:ext cx="509320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8종을 보면서 4종만 매매하나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매매 제외는 성과가 아니라 집행 가능성 때문 — 영국·일본·호주는 한국에서 매매 시간이 애매합니다.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시그널 유니버스를 4종으로 좁히면 오히려 악화 (Sharpe 1.20→1.11, MaxDD -5.5%→-7.3%)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3154680"/>
            <a:ext cx="539496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3154680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255264"/>
            <a:ext cx="509320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"반쪽 헤지" — 반드시 이해해야 할 구조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Value·Carry는 8종 평균 대비 상대값인데, 반대편 다리(영·일·호)는 주문하지 않습니다.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→ 상대가치 신호가 완전히 상쇄되지 않고 순방향 노출로 일부 남습니다.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의도된 설계입니다. 넓은 횡단면이 주는 신호 품질이 반쪽 헤지의 손해보다 큽니다.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160520"/>
            <a:ext cx="5623560" cy="160020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160520"/>
            <a:ext cx="41148" cy="1600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61104"/>
            <a:ext cx="5321808" cy="1417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⚠ 구조적 취약점 — 실효 독립 베팅 ≈ 1.86개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ρ(미국2Y, 미국10Y) = 0.78 · ρ(한국3Y, 한국10Y) = 0.87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→ 사실상 "미국 듀레이션 + 한국 듀레이션" 2개 베팅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한·미 금리가 동시에 역행하는 글로벌 쇼크에는 상쇄 수단이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925312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유로존 4종(독일 2Y/10Y·프랑스·이탈리아)은 A/B 검증 후 제외했습니다 — 포함 시 Sharpe 0.88, 제외 시 1.20. 앞으로 유니버스를 더 깎지 말 것 (12→8로 이미 선택편의가 누적).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4팩터 (1/2) — Trend · Value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방향성 팩터와 상대가치 팩터를 의도적으로 섞는다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577840" cy="27889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41148" cy="2788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9304"/>
            <a:ext cx="5276088" cy="2606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① Trend (추세) — 가중 1.0 · 방향성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계산: z(126일 수익률)과 z(252일 수익률)의 평균, ±3 클립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논리: 금리 사이클은 수개월 단위 관성이 있다 (TSMOM).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63일 같은 빠른 구간은 금리에서 휩소가 심해 의도적으로 배제.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레짐 게이트: 120일 Hurst ≤ 0.5(횡보장)이면 추세 신호를 0으로 차단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횡단면 중립화 안 함 → 8개국이 함께 오르면 함께 롱. 이 방향성 노출이 이 북 알파의 주 원천.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88720"/>
            <a:ext cx="5577840" cy="27889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41148" cy="2788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89304"/>
            <a:ext cx="5276088" cy="2606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② Value (밸류) — 가중 1.0 · 완전 시장중립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계산: −z(log 가격, 504일), ±3 클립 → 8종 횡단면 평균 차감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논리: 2년 평균 대비 비싸진 채권은 판다 (장기 평균회귀).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완전 중립화의 의미 — 오늘 미국 2Y는 절대값으로는 "싸다(+1.73)"고 나오지만, 8개국이 더 싸서 상대적으로는 비싼 편(−0.26)입니다.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Value는 "채권이 싼가"가 아니라 "어느 나라가 남들보다 싼가"만 말합니다.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11338560" cy="160020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160520"/>
            <a:ext cx="41148" cy="1600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61104"/>
            <a:ext cx="11036808" cy="1417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방향성(xs=0)과 상대가치(xs=1)를 나누는 이유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Trend·Policy는 횡단면 중립화를 하지 않아 "글로벌 듀레이션 방향" 베팅을 그대로 남깁니다. Value·Carry는 완전 중립화해 "국가 간 상대가치"만 남깁니다.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2026-07-23 A/B: Trend·Policy에 부분 중립화(0.25/0.5/1.0)를 얹자 Sharpe가 1.20 → 1.13~0.72로 단조 악화 — 전 격자 기각. 이 북의 알파는 방향성 CTA 프리미엄입니다.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25312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파라미터는 모두 사전등록 값이며 같은 표본에서 재튜닝하지 않습니다. 변경하려면 새 표본으로 A/B 후 config에 근거를 남기는 것이 이 북의 규약입니다.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4팩터 (2/2) — Carry · Policy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금리(yield) 데이터를 쓰는 두 팩터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5577840" cy="27889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41148" cy="2788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9304"/>
            <a:ext cx="5276088" cy="2606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③ Carry (캐리) — 가중 1.0 · 완전 시장중립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계산: 자국 만기금리 − (자국 단기금리 − 미국 2Y), 252일 z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= 달러 투자자가 환헤지 비용까지 차감하고 실제로 버는 캐리 (CIP 근사).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자국 단기금리가 높아 헤지비용이 다 먹히는 시장은 "공짜 캐리"로 잡히지 않습니다.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→ 8종 횡단면 평균 차감 후 "고캐리국 롱 / 저캐리국 숏"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88720"/>
            <a:ext cx="5577840" cy="27889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41148" cy="2788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89304"/>
            <a:ext cx="5276088" cy="2606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④ Policy (정책 모멘텀) — 가중 1.0 · 방향성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계산: −(자국 2Y/3Y 금리 − 126일 전 값), 252일 z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논리: 단기금리가 6개월간 하락 = 완화 사이클 → 듀레이션 롱.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상승 = 긴축 사이클 → 숏.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전략 공장에서 가장 강했던 alpha4 policy_momentum의 연속형 버전.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중앙은행 사이클을 가격이 아니라 금리로 직접 읽는 유일한 팩터.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60520"/>
            <a:ext cx="11338560" cy="173736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160520"/>
            <a:ext cx="41148" cy="17373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61104"/>
            <a:ext cx="11036808" cy="15544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⚠ 팀이 알아야 할 구조적 특이점 (실측 검증)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Carry는 미국 2Y와 한국 3Y를 구분하지 못합니다 — 두 신호의 상관 1.000, 최대 차이 9.5e-14(완전 동일).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만기가 펀딩 프록시와 같은 단기물은 헤지캐리가 수식상 미국 2Y로 수렴하기 때문입니다 (이론적으로는 옳지만, 이 팩터의 실효 정보량은 4자산이 아니라 3자산).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Policy는 나라만 구분하고 만기는 구분하지 않습니다 — 미국 2Y=미국 10Y, 한국 3Y=한국 10Y (차이 정확히 0.0).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커브 팩터(10Y−2Y 기울기)는 가중 0 = 비활성입니다. 2026-06-11 및 2026-07-23 두 차례 A/B에서 모두 Sharpe를 깎아 기각됐습니다.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팩터에서 주문까지 — 8단계 파이프라인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모든 단계는 causal (t 시점 포지션은 t까지의 데이터만 사용)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07008"/>
            <a:ext cx="2761488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0352" y="1362456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335024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팩터 결합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1719072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4팩터 단순 평균 (가중 전부 1.0)
→ EWMA span 5로 잡음 제거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동일 가중 = 특정 팩터 과최적화 방지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207008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207008"/>
            <a:ext cx="2761488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92424" y="1362456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1335024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매매 제외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1719072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영·일·호 포지션만 0으로
신호 계산에서 빼는 게 아님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이들이 횡단면 기준선을 계속 만듦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07008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07008"/>
            <a:ext cx="2761488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54496" y="1362456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1335024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인버스볼 사이징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1719072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0.10 / EWMA(halflife 33일) 변동성
저변동 자산이 더 많은 계약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개별 포지션 상한 ±3.0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97696" y="1207008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97696" y="1207008"/>
            <a:ext cx="2761488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16568" y="1362456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335024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포트폴리오 볼타겟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719072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과거 63일 수익률에 오늘 비중 적용
금리 북 단독 연 7.1% 목표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FX 북과 완전 분리 (2026-07-24)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66744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66744"/>
            <a:ext cx="2761488" cy="411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3822192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794760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포지션 스무딩 0.8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" y="4178808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오늘 신규 목표의 20%만 반영
회전율 134x→73x, Sharpe 0.40→0.51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급격한 신호 변화를 며칠에 걸쳐 반영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73552" y="3666744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73552" y="3666744"/>
            <a:ext cx="2761488" cy="411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92424" y="3822192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3794760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북스톱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19856" y="4178808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섀도우 손실 4% 초과 → 절반
8% 초과 → 플랫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섀도우 기준이라 회복 시 자동 재진입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35624" y="3666744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35624" y="3666744"/>
            <a:ext cx="2761488" cy="411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54496" y="3822192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11112" y="3794760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노출 스케일 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1928" y="4178808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운용 북 델타 규모 캘리브레이션
최종 포지션에만 곱함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시그널·스톱 동작은 그대로, 규모만 축소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696" y="3666744"/>
            <a:ext cx="2761488" cy="2148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97696" y="3666744"/>
            <a:ext cx="2761488" cy="411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16568" y="3822192"/>
            <a:ext cx="274320" cy="274320"/>
          </a:xfrm>
          <a:prstGeom prst="ellipse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00" b="1" i="0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3794760"/>
            <a:ext cx="2167128" cy="31089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043B72"/>
                </a:solidFill>
                <a:latin typeface="맑은 고딕"/>
              </a:rPr>
              <a:t>주문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4178808"/>
            <a:ext cx="2487168" cy="1527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 b="0" i="0">
                <a:solidFill>
                  <a:srgbClr val="1F2A37"/>
                </a:solidFill>
                <a:latin typeface="맑은 고딕"/>
              </a:rPr>
              <a:t>t 종가 기준 산출 → t+1 집행
연 회전 17x (일 주문 소량)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00" b="1" i="0">
                <a:solidFill>
                  <a:srgbClr val="F58220"/>
                </a:solidFill>
                <a:latin typeface="맑은 고딕"/>
              </a:rPr>
              <a:t>T+2로 밀려도 Sharpe 1.08 유지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▪ 4단계(볼타겟)는 2026-07-24부터 금리 북과 FX 북을 완전 분리했습니다 — FX 변동성이 튀어도 금리 포지션이 흔들리지 않습니다.
▪ 5단계 스무딩 때문에 팩터 신호가 크게 흔들려도 실제 주문은 잘게 나옵니다 (예: 미국 2Y −0.79 → −0.77).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리스크 관리 — 3중 구조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크기 / 총량 / 손실 각각에 독립 장치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365760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9304"/>
            <a:ext cx="335584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① 인버스볼 — 자산별 등리스크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자산당 연 10% 리스크 기준으로 계약수 결정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EWMA(halflife 33일) 실현변동성의 역수로 사이징.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변동성이 낮은 미국 2Y는 더 많은 계약, 변동성 높은 자산은 더 적게.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개별 포지션 상한 ±3.0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88720"/>
            <a:ext cx="365760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188720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289304"/>
            <a:ext cx="335584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② 포트폴리오 볼타겟 — 총량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금리 북 단독 연 7.1% 변동성 목표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오늘 비중을 과거 63일 수익률에 적용 → look-ahead 없음.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2026-07-24부터 FX 북과 완전 분리 — 검증: FX 타겟을 30%로 바꿔도 금리 포지션 변화 정확히 0.0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초기 63거래일은 강제 플랫(워밍업)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188720"/>
            <a:ext cx="365760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188720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289304"/>
            <a:ext cx="335584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③ 북스톱 — 손실 제어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섀도우 손실 4% 초과 → 포지션 절반
8% 초과 → 플랫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"스톱이 없었다면 겪었을" 가상 손실을 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그래서 플랫 상태에서도 회복하면 자동 재진입 — 수동으로 켜지 마십시오.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고점 기준 = 252일 롤링 (전기간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977639"/>
            <a:ext cx="1133856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977639"/>
            <a:ext cx="41148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78223"/>
            <a:ext cx="1103680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북스톱이 252일 롤링 고점을 쓰는 이유 (2026-07-22 감사)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원설계는 전기간 고점 대비로 손실을 재서, 섀도우 북이 옛 고점(2022-09-28)을 못 넘자 드로다운이 임계 위에 영구 고착됐습니다.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결과: 2023-07 이후 계속 플랫 — 손실 제어 장치가 사실상 킬스위치로 작동 (2016년 이후 42% 일수 플랫).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이제 오래된 고점이 시간이 지나면 굴러떨어지므로 재진입 경로가 항상 열려 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870448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임계값 4%/8%은 사전등록 프로토타입 값입니다. 스윕에서 3%/6%이 더 높게 나왔지만 같은 표본에서 재튜닝하지 않았습니다 — 메커니즘 버그만 고치고 파라미터는 건드리지 않는 것이 이 북의 원칙입니다.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오늘의 북 — 실제 숫자로 읽기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2026-07-23 종가 기준 · 대시보드가 자동 생성하는 해석과 동일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70432"/>
          <a:ext cx="6857997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605"/>
                <a:gridCol w="1159098"/>
                <a:gridCol w="1159098"/>
                <a:gridCol w="1159098"/>
                <a:gridCol w="115909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2Y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3Y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Trend (방향성)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-2.19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-1.96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-1.14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-1.25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Value (중립화)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-0.26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+0.07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+0.34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+0.51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Carry (중립화)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+0.25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Policy (방향성)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-1.96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-1.96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-0.91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-0.91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컨빅션 (4팩터 평균)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-1.11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-0.35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043B72"/>
                          </a:solidFill>
                          <a:latin typeface="맑은 고딕"/>
                        </a:rPr>
                        <a:t>최종 목표 포지션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043B72"/>
                          </a:solidFill>
                          <a:latin typeface="맑은 고딕"/>
                        </a:rPr>
                        <a:t>-0.77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043B72"/>
                          </a:solidFill>
                          <a:latin typeface="맑은 고딕"/>
                        </a:rPr>
                        <a:t>-0.50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043B72"/>
                          </a:solidFill>
                          <a:latin typeface="맑은 고딕"/>
                        </a:rPr>
                        <a:t>-0.28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043B72"/>
                          </a:solidFill>
                          <a:latin typeface="맑은 고딕"/>
                        </a:rPr>
                        <a:t>-0.07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543800" y="1170432"/>
            <a:ext cx="4206240" cy="2670048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70432"/>
            <a:ext cx="41148" cy="26700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271016"/>
            <a:ext cx="3904488" cy="2487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🧭 자동 생성 해석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4종 전부 듀레이션 숏 (순 −1.61 / 그로스 1.61 = 100% 방향성 베팅)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근거: Trend(전 만기 하락추세)와 Policy(미국 2Y가 6개월간 상승 = 긴축 신호 −1.96)가 둘 다 숏을 가리킵니다.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Value·Carry는 한국 쪽에 소폭 롱 기울기를 주지만(한국 10Y +0.51/+0.25) 방향성 두 팩터를 못 이깁니다.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결과: 미국 숏이 크고(−0.77/−0.50) 한국 숏은 작습니다(−0.28/−0.07).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069080"/>
            <a:ext cx="11338560" cy="150876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069080"/>
            <a:ext cx="41148" cy="1508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169664"/>
            <a:ext cx="11036808" cy="1325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읽을 때 주의 — 컨빅션 ≠ 포지션 크기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컨빅션(−1.11)과 최종 포지션(−0.77)은 비례하지 않습니다. 사이에 인버스볼 → 볼타겟 → 스무딩 → 북스톱 → 노출스케일이 들어갑니다.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Value·Carry 값은 8종 평균 대비 상대값입니다 — 매매하지 않는 영·일·호가 기준선을 만들어 한·미 포지션을 실제로 좌우합니다.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76072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이 해석 문구는 대시보드가 슬리브 z값에서 코드로 자동 생성합니다 (AI 생성 아님 — 같은 입력이면 항상 같은 문장, 20회 실행 해시 동일 검증). 「매크로 전략 공장 → 자산별 트레이딩 시그널 → 금리 자산 시그널」 표 아래에서 매일 확인할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이 성과를 믿어도 되는 이유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아티팩트를 걸러낸 검증 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70432"/>
          <a:ext cx="676655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9813"/>
                <a:gridCol w="1628986"/>
                <a:gridCol w="1127759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기본 (T+1 집행, 비용 차감)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Sharpe 1.15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기준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T+2 — 하루 늦게 집행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Sharpe 1.08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시간대 정직 (조기마감 T+2/미국 T+1)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Sharpe 1.14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전반기 / 후반기 분할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1.27 / 1.02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장기 표본 (2012년~)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Sharpe 0.77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최대 낙폭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-4.7%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7A4C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52360" y="1170432"/>
            <a:ext cx="4297680" cy="2670048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170432"/>
            <a:ext cx="41148" cy="26700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271016"/>
            <a:ext cx="3995928" cy="2487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T+2 테스트가 결정적인가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한국·일본 종가는 시카고 종가보다 약 14시간 이릅니다. 아시아 가격은 미국 움직임을 하루 늦게 반영합니다.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과거 이 북에 있던 "단기 평균회귀" 서브북은 바로 이 시차를 수확하고 있었습니다 — 하루만 늦추면 Sharpe 1.01 → −0.14로 소멸.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미국 종가를 보고 한국 종가에 체결하는 것은 물리적으로 불가능하므로 2026-07-22 영구 비활성했습니다.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1E7A4C"/>
                </a:solidFill>
                <a:latin typeface="맑은 고딕"/>
              </a:rPr>
              <a:t>현재 북은 T+2에서도 1.08 — 시차 아티팩트가 아닙니다.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069080"/>
            <a:ext cx="1133856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069080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169664"/>
            <a:ext cx="1103680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검증 규약 — 팀이 함께 지켜야 할 원칙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① 파라미터는 사전등록 후 A/B — 같은 표본에서 결과를 보고 재튜닝하지 않습니다.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② 부분 채택 금지 — "미국 커브만 켜자" 같은 사후 선택은 같은 표본 재튜닝입니다.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③ 기각된 실험도 config 주석과 기록에 남깁니다 (2026-07-23 하루에만 커브 트레이드·블록 예산·횡단면 중립화 3건 기각).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④ 비용 가정 0.5bp는 이 북 성과의 전제입니다 — 실제 슬리피지가 이를 넘으면 성과는 재검증 대상입니다.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운용 리스크 — 조용히 실패할 수 있는 경로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에러 없이 잘못된 신호가 나갈 수 있는 지점들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70432"/>
            <a:ext cx="5577840" cy="23317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70432"/>
            <a:ext cx="41148" cy="2331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71016"/>
            <a:ext cx="5276088" cy="2148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⚠ 1순위 — 금리 데이터 스테일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yield 패널은 결측 시 자동으로 전일값을 재사용(ffill)합니다.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블룸버그 피드가 끊기면 에러 없이 조용히 Carry·Policy가 고착됩니다.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현재 자동 경보가 없습니다 — 매일 yield 패널 최종 갱신일자를 확인하는 절차가 필요합니다.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70432"/>
            <a:ext cx="5577840" cy="23317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70432"/>
            <a:ext cx="41148" cy="2331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71016"/>
            <a:ext cx="5276088" cy="2148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⚠ 2순위 — 데이터 리비전 / 워밍업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매일 전체 이력을 처음부터 재계산합니다 (상태 비저장).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블룸버그가 과거 데이터를 수정하면 과거 포지션까지 바뀝니다 — 재현 검증하려면 날짜별 원본 스냅샷 보관이 필요합니다.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Value 504일 + 볼 63일 → 최소 2.5년 이력 필요. 데이터 시작일을 임의로 자르지 마십시오.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703320"/>
            <a:ext cx="11338560" cy="23317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03320"/>
            <a:ext cx="41148" cy="2331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03904"/>
            <a:ext cx="11036808" cy="2148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⛔ 절대 켜지 말 것 — 모두 검증 후 기각된 항목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reversion (단기 평균회귀 서브북)  —  수익이 알파가 아니라 비동시 종가 아티팩트. 켜면 이후 모든 A/B가 오염됩니다.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curve_trades (합성 커브 트레이드)  —  2026-07-23 A/B 기각 (Sharpe 1.20 → 0.70)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risk_blocks (블록 리스크 예산)  —  2026-07-23 A/B 기각 (Sharpe 1.20 → 1.01, MaxDD 악화)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xs_neutralize의 trend/policy를 0 초과로  —  2026-07-23 A/B 기각 (전 격자 단조 악화, 최악 0.72)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유니버스 추가 축소  —  12→8로 이미 선택편의가 누적돼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일일 운영 체크리스트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매일 아침 5분, 순서대로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70432"/>
          <a:ext cx="1133855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098"/>
                <a:gridCol w="2180492"/>
                <a:gridCol w="5015132"/>
                <a:gridCol w="3706836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점검 항목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무엇을 보는가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 시 조치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F2A37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데이터 신선도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가격 18종 · 금리 15종의 최종일자가 오늘인가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스테일이면 주문 보류 후 피드 확인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F2A37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포지션 변화 폭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목표 포지션 vs 전일 — 통상 자산당 ±0.05 수준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급변 시 데이터 이상 여부 우선 확인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F2A37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북스톱 상태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대시보드 해석의 "북스톱" 줄이 정상 / 감축 / 발동 중 무엇인가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감축·발동이면 팀 공지 (수동 복구 금지)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F2A37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시그널 해석 읽기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오늘 방향의 근거가 납득되는가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납득 안 되면 팩터 시계열 차트 대조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F2A37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집행 슬리피지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실제 체결이 0.5bp 가정 안에 드는가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초과 지속 시 성과 전제 재검토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F2A37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집행 타이밍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t 종가 기준 신호 → t+1 집행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F2A37"/>
                          </a:solidFill>
                          <a:latin typeface="맑은 고딕"/>
                        </a:rPr>
                        <a:t>하루 밀려도 Sharpe 1.08 — 서두르지 말 것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498848"/>
            <a:ext cx="5577840" cy="1572768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4498848"/>
            <a:ext cx="41148" cy="157276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99432"/>
            <a:ext cx="5276088" cy="138988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재량 개입에 대한 원칙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북스톱이 발동했을 때 수동으로 포지션을 되돌리지 마십시오.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섀도우 북이 회복하면 자동 재진입하도록 설계돼 있어, 손으로 켜면 로직이 깨지고 이후 성과 귀속이 불가능해집니다.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4498848"/>
            <a:ext cx="5577840" cy="1572768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4498848"/>
            <a:ext cx="41148" cy="15727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599432"/>
            <a:ext cx="5276088" cy="138988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다음 개선 후보 (새 데이터 필요)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기존 가격·금리 데이터 안에서의 구조 개선 여지는 사실상 소진됐습니다.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① 인플레이션(CPI) 팩터 — 월간 데이터 파이프라인 추가
② 미국 오버나이트 → 한국 개장 집행 연구 — KTB 개장가 데이터 확보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03120"/>
            <a:ext cx="1371600" cy="685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핵심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3337560"/>
            <a:ext cx="36576" cy="6583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310128"/>
            <a:ext cx="1005840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1.  팩터는 방향, 리스크 모델은 크기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00" b="0" i="0">
                <a:solidFill>
                  <a:srgbClr val="BFD4EA"/>
                </a:solidFill>
                <a:latin typeface="맑은 고딕"/>
              </a:rPr>
              <a:t>신호가 2배 강해져도 포지션은 2배가 되지 않습니다. 이 분리가 설계의 핵심입니다.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206240"/>
            <a:ext cx="36576" cy="6583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78808"/>
            <a:ext cx="1005840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2.  이 북의 알파는 방향성 CTA 프리미엄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00" b="0" i="0">
                <a:solidFill>
                  <a:srgbClr val="BFD4EA"/>
                </a:solidFill>
                <a:latin typeface="맑은 고딕"/>
              </a:rPr>
              <a:t>상대가치화 시도(커브·블록예산·횡단면 중립화)는 모두 검증에서 기각됐습니다.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074920"/>
            <a:ext cx="36576" cy="6583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3.  가장 큰 실패 경로는 시장이 아니라 데이터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00" b="0" i="0">
                <a:solidFill>
                  <a:srgbClr val="BFD4EA"/>
                </a:solidFill>
                <a:latin typeface="맑은 고딕"/>
              </a:rPr>
              <a:t>금리 피드가 끊겨도 시스템은 에러 없이 전일값으로 신호를 냅니다. 매일 확인이 필요합니다.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8FADCC"/>
                </a:solidFill>
                <a:latin typeface="맑은 고딕"/>
              </a:rPr>
              <a:t>상세 로직·검증 기록: config/indicators.yaml 주석 · src/sleeves/sleeve_engine.py · scripts/test_*.py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